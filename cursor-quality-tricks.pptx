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" cy="49606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Slop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Quality with Cursor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633472"/>
            <a:ext cx="3200400" cy="36576"/>
          </a:xfrm>
          <a:prstGeom prst="rect">
            <a:avLst/>
          </a:prstGeom>
          <a:solidFill>
            <a:srgbClr val="333A47"/>
          </a:solidFill>
          <a:ln w="12700">
            <a:solidFill>
              <a:srgbClr val="333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AGENTS.md closes the AI feedback loop and builds a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self-correcting, production-ready code quality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cursor-quality-tricks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AI-Generated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3977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Manually ask: "please check the quality"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Forget to ask → bugs slip through unnoticed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780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Cursor has no defined standard for 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AI session is inconsistent and ad hoc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Tech debt piles up with every shortcut taken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91440" cy="39776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9601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AGENTS.md Automation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AGENTS.md defines which quality tools to run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9339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Cursor runs checks automatically at session 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47802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Failures appear directly in the agent context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962656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Cursor self-corrects before any code is committed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4728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session enforces the exact same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The Secret Ingredient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Cursor what to check — every time, automatically.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special instructions file that Cursor reads before every session. By specifying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to run and when</a:t>
            </a:r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embed quality enforcement directly into the agent — no manual prompting required.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816352"/>
            <a:ext cx="384048" cy="384048"/>
          </a:xfrm>
          <a:prstGeom prst="ellipse">
            <a:avLst/>
          </a:prstGeom>
          <a:solidFill>
            <a:srgbClr val="0095B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52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rules once —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these instructions every 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502152"/>
            <a:ext cx="384048" cy="384048"/>
          </a:xfrm>
          <a:prstGeom prst="ellipse">
            <a:avLst/>
          </a:prstGeom>
          <a:solidFill>
            <a:srgbClr val="0095B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3538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exact tools —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format, typecheck, complexity,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87952"/>
            <a:ext cx="384048" cy="384048"/>
          </a:xfrm>
          <a:prstGeom prst="ellipse">
            <a:avLst/>
          </a:prstGeom>
          <a:solidFill>
            <a:srgbClr val="0095B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4224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at session end —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prompting needed — ever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8404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777240"/>
            <a:ext cx="384048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891540"/>
            <a:ext cx="118872" cy="1188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5504" y="891540"/>
            <a:ext cx="118872" cy="11887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891540"/>
            <a:ext cx="118872" cy="11887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777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1188720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instructions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385316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cursor-quality-tricks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1581912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778508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Quality and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1975104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171700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run `make check`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368296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committing.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64892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commit if it fails.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761488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958084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 runs: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154680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make lint      (Ruff)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51276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make format    (Ruff)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547872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make typecheck (mypy)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744468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make quality   (Radon)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941064"/>
            <a:ext cx="3566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make test      (pytest)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Pipeline: make 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automated validation layers — all triggered by a single command, all visible to the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1591056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07008"/>
            <a:ext cx="1591056" cy="109728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389888"/>
            <a:ext cx="548640" cy="548640"/>
          </a:xfrm>
          <a:prstGeom prst="ellipse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" y="20299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" y="2560320"/>
            <a:ext cx="1097280" cy="292608"/>
          </a:xfrm>
          <a:prstGeom prst="rect">
            <a:avLst/>
          </a:prstGeom>
          <a:solidFill>
            <a:srgbClr val="E95420">
              <a:alpha val="15000"/>
            </a:srgbClr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944368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unused imports, style issues, and simple bugs. Enforces import order.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75104" y="1207008"/>
            <a:ext cx="1591056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75104" y="1207008"/>
            <a:ext cx="1591056" cy="109728"/>
          </a:xfrm>
          <a:prstGeom prst="rect">
            <a:avLst/>
          </a:prstGeom>
          <a:solidFill>
            <a:srgbClr val="F09800"/>
          </a:solidFill>
          <a:ln w="12700">
            <a:solidFill>
              <a:srgbClr val="F09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1389888"/>
            <a:ext cx="548640" cy="548640"/>
          </a:xfrm>
          <a:prstGeom prst="ellipse">
            <a:avLst/>
          </a:prstGeom>
          <a:solidFill>
            <a:srgbClr val="F09800"/>
          </a:solidFill>
          <a:ln w="12700">
            <a:solidFill>
              <a:srgbClr val="F0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48256" y="20299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21992" y="2560320"/>
            <a:ext cx="1097280" cy="292608"/>
          </a:xfrm>
          <a:prstGeom prst="rect">
            <a:avLst/>
          </a:prstGeom>
          <a:solidFill>
            <a:srgbClr val="F09800">
              <a:alpha val="15000"/>
            </a:srgbClr>
          </a:solidFill>
          <a:ln w="12700">
            <a:solidFill>
              <a:srgbClr val="F0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66544" y="2944368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code style — line length, quotes, and spacing throughout.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21608" y="1207008"/>
            <a:ext cx="1591056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21608" y="1207008"/>
            <a:ext cx="1591056" cy="109728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42816" y="1389888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94760" y="20299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68496" y="2560320"/>
            <a:ext cx="1097280" cy="292608"/>
          </a:xfrm>
          <a:prstGeom prst="rect">
            <a:avLst/>
          </a:prstGeom>
          <a:solidFill>
            <a:srgbClr val="2B7BB9">
              <a:alpha val="15000"/>
            </a:srgbClr>
          </a:solidFill>
          <a:ln w="12700">
            <a:solidFill>
              <a:srgbClr val="2B7B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8496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3048" y="2944368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type mismatches and missing annotations in all Python source files.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68112" y="1207008"/>
            <a:ext cx="1591056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68112" y="1207008"/>
            <a:ext cx="1591056" cy="10972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1389888"/>
            <a:ext cx="548640" cy="5486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41264" y="20299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15000" y="2560320"/>
            <a:ext cx="1097280" cy="292608"/>
          </a:xfrm>
          <a:prstGeom prst="rect">
            <a:avLst/>
          </a:prstGeom>
          <a:solidFill>
            <a:srgbClr val="6F42C1">
              <a:alpha val="15000"/>
            </a:srgbClr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9552" y="2944368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+ maintainability index per function and per file.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14616" y="1207008"/>
            <a:ext cx="1591056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14616" y="1207008"/>
            <a:ext cx="1591056" cy="1097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35824" y="1389888"/>
            <a:ext cx="548640" cy="5486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35824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87768" y="20299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61504" y="2560320"/>
            <a:ext cx="1097280" cy="292608"/>
          </a:xfrm>
          <a:prstGeom prst="rect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1504" y="2560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06056" y="2944368"/>
            <a:ext cx="1408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API endpoint, and model validation tests against in-memory SQLite.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Self-Correction 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"please check the quality" — Cursor sees failures and fixes them automatically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158191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25880"/>
            <a:ext cx="73152" cy="3291840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" y="1490472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2130552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1399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a new feature or logic from your prompt.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56232" y="27706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993392" y="1325880"/>
            <a:ext cx="158191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325880"/>
            <a:ext cx="73152" cy="3291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0028" y="1490472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002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21408" y="2130552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make 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2715768"/>
            <a:ext cx="1399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tells Cursor to run the full pipeline automatically.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93592" y="27706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30752" y="1325880"/>
            <a:ext cx="158191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325880"/>
            <a:ext cx="73152" cy="3291840"/>
          </a:xfrm>
          <a:prstGeom prst="rect">
            <a:avLst/>
          </a:prstGeom>
          <a:solidFill>
            <a:srgbClr val="F09800"/>
          </a:solidFill>
          <a:ln w="12700">
            <a:solidFill>
              <a:srgbClr val="F09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47388" y="1490472"/>
            <a:ext cx="548640" cy="548640"/>
          </a:xfrm>
          <a:prstGeom prst="ellipse">
            <a:avLst/>
          </a:prstGeom>
          <a:solidFill>
            <a:srgbClr val="F09800"/>
          </a:solidFill>
          <a:ln w="12700">
            <a:solidFill>
              <a:srgbClr val="F0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738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58768" y="2130552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2715768"/>
            <a:ext cx="1399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errors, type failures, broken tests appear in context.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0952" y="27706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68112" y="1325880"/>
            <a:ext cx="158191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1325880"/>
            <a:ext cx="73152" cy="3291840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4748" y="1490472"/>
            <a:ext cx="548640" cy="548640"/>
          </a:xfrm>
          <a:prstGeom prst="ellipse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474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96128" y="2130552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2715768"/>
            <a:ext cx="1399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traces back: "Did I break something in my changes?"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68312" y="277063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205472" y="1325880"/>
            <a:ext cx="1581912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325880"/>
            <a:ext cx="73152" cy="32918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2108" y="1490472"/>
            <a:ext cx="548640" cy="5486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210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33488" y="2130552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&amp; Commit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0" y="2715768"/>
            <a:ext cx="1399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turns green. Only then does Cursor commit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 a City: Visualizing Complexity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codebase actually look like?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cities map your entire codebase into a 3D landscape. Every building is a module or function — and its height represents complexity.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86584"/>
            <a:ext cx="256032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86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buildings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functions — easy to test and change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99816"/>
            <a:ext cx="256032" cy="4572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99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buildings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complexity — needs refactoring attention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13048"/>
            <a:ext cx="256032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Skyscrapers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50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unmaintainable, high bug risk, tech debt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3840480" cy="438912"/>
          </a:xfrm>
          <a:prstGeom prst="rect">
            <a:avLst/>
          </a:prstGeom>
          <a:solidFill>
            <a:srgbClr val="0095B3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480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check catches skyscrapers before they're committed</a:t>
            </a:r>
            <a:endParaRPr lang="en-US" sz="1200" dirty="0"/>
          </a:p>
        </p:txBody>
      </p:sp>
      <p:pic>
        <p:nvPicPr>
          <p:cNvPr id="17" name="Image 0" descr="/sessions/confident-sleepy-bohr/softwar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749808"/>
            <a:ext cx="4370832" cy="38221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407408" y="4645152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Seerene Software Map — each building = a module, height = cyclomatic complexity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Scales to Larger Projects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quality-gated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14630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68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Standards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session enforces the same lint, type, complexity, and test rules. Quality is determined by your pipeline — not by how well you phrased your prompt.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68680"/>
            <a:ext cx="2743200" cy="10972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69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64408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prompts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04488" y="2240280"/>
            <a:ext cx="14630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368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Code Generation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01568" y="289864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Cursor knows tests will run, it writes code that passes them. The agent is incentivised to generate cleaner, well-typed, modular code from the start.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868680"/>
            <a:ext cx="2743200" cy="1097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069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208776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layers enforced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48856" y="2240280"/>
            <a:ext cx="146304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368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Codebases Stay Clean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5936" y="289864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checks (Radon) catch functions growing too large. With CI-style discipline enforced by the agent, even big projects remain maintainable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Started: cursor-quality-tricks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4572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&amp;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4688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repo root: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requirements-dev.txt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http://127.0.0.1:8100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Library API starts with sample data seeded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4408" y="822960"/>
            <a:ext cx="274320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822960"/>
            <a:ext cx="2743200" cy="4572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Run the Pipeline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01568" y="1371600"/>
            <a:ext cx="24688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repo root: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20440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20440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individual steps: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lint  |  make 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typecheck  |  make format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01568" y="4133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passes green on the first run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08776" y="822960"/>
            <a:ext cx="274320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822960"/>
            <a:ext cx="2743200" cy="457200"/>
          </a:xfrm>
          <a:prstGeom prst="rect">
            <a:avLst/>
          </a:prstGeom>
          <a:solidFill>
            <a:srgbClr val="0095B3"/>
          </a:solidFill>
          <a:ln w="12700">
            <a:solidFill>
              <a:srgbClr val="0095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Teach Cursor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45936" y="1371600"/>
            <a:ext cx="24688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AGENTS.md already configured: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64808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64808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 run make check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64808" y="2615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 committing.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64808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NOT commit if it fails."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64808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45936" y="413308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Cursor to AGENTS.md — it self-enforces quality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isn't about prompting better — it's about building better guardrails.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Code Quality with Cursor</dc:title>
  <dc:subject>PptxGenJS Presentation</dc:subject>
  <dc:creator>PptxGenJS</dc:creator>
  <cp:lastModifiedBy>PptxGenJS</cp:lastModifiedBy>
  <cp:revision>1</cp:revision>
  <dcterms:created xsi:type="dcterms:W3CDTF">2026-03-17T10:09:28Z</dcterms:created>
  <dcterms:modified xsi:type="dcterms:W3CDTF">2026-03-17T10:09:28Z</dcterms:modified>
</cp:coreProperties>
</file>