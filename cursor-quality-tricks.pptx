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57" r:id="rId4"/>
    <p:sldId id="258" r:id="rId5"/>
    <p:sldId id="259" r:id="rId6"/>
    <p:sldId id="264" r:id="rId7"/>
    <p:sldId id="265" r:id="rId8"/>
    <p:sldId id="260" r:id="rId9"/>
    <p:sldId id="261" r:id="rId10"/>
    <p:sldId id="262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538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1440"/>
            <a:ext cx="91440" cy="49606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Writing Slop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Code Quality with Cursor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2633472"/>
            <a:ext cx="3200400" cy="36576"/>
          </a:xfrm>
          <a:prstGeom prst="rect">
            <a:avLst/>
          </a:prstGeom>
          <a:solidFill>
            <a:srgbClr val="333A47"/>
          </a:solidFill>
          <a:ln w="12700">
            <a:solidFill>
              <a:srgbClr val="333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88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AGENTS.md closes the AI feedback loop and builds a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self-correcting, production-ready code quality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0" y="4663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cursor-quality-tricks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452BDE5-7DA3-11E6-394E-F8733CA112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644"/>
          <a:stretch/>
        </p:blipFill>
        <p:spPr>
          <a:xfrm>
            <a:off x="20" y="70338"/>
            <a:ext cx="9143980" cy="507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19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AI-Generated 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3931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91440" cy="397764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Automation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Manually ask: "please check the quality"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Forget to ask → bugs slip through unnoticed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4780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Cursor has no defined standard for quality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9626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Each AI session is inconsistent and ad hoc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4472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Tech debt piles up with every shortcut taken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68680"/>
            <a:ext cx="91440" cy="39776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96012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AGENTS.md Automation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1508760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AGENTS.md defines which quality tools to run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993392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Cursor runs checks automatically at session 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2478024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Failures appear directly in the agent context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962656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Cursor self-corrects before any code is committed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447288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session enforces the exact same standards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code quality assurance with Unix +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Cursor what to check — every time, automatically.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r>
              <a:rPr lang="en-US" sz="13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special instructions file that Cursor reads before every session. By specifying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 to run and when</a:t>
            </a:r>
            <a:r>
              <a:rPr lang="en-US" sz="13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you embed quality enforcement directly into the agent — no manual prompting required.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65760" y="2816352"/>
            <a:ext cx="384048" cy="384048"/>
          </a:xfrm>
          <a:prstGeom prst="ellipse">
            <a:avLst/>
          </a:prstGeom>
          <a:solidFill>
            <a:srgbClr val="0095B3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852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rules once — </a:t>
            </a: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reads these instructions every session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502152"/>
            <a:ext cx="384048" cy="384048"/>
          </a:xfrm>
          <a:prstGeom prst="ellipse">
            <a:avLst/>
          </a:prstGeom>
          <a:solidFill>
            <a:srgbClr val="0095B3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35387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Specifies exact tools — </a:t>
            </a: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Lint, format, typecheck, complexity, tests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187952"/>
            <a:ext cx="384048" cy="384048"/>
          </a:xfrm>
          <a:prstGeom prst="ellipse">
            <a:avLst/>
          </a:prstGeom>
          <a:solidFill>
            <a:srgbClr val="0095B3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224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at session end — </a:t>
            </a: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prompting needed — ever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777240"/>
            <a:ext cx="3840480" cy="4114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777240"/>
            <a:ext cx="3840480" cy="347472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74336" y="891540"/>
            <a:ext cx="118872" cy="118872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75504" y="891540"/>
            <a:ext cx="118872" cy="118872"/>
          </a:xfrm>
          <a:prstGeom prst="ellipse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6672" y="891540"/>
            <a:ext cx="118872" cy="118872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51239" y="777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1188720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 instructions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83480" y="1385316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cursor-quality-tricks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1581912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1778508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Quality and testing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1975104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171700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run `make check`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2368296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committing.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2564892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commit if it fails.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2761488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2958084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check runs: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3154680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make lint      (Ruff)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3351276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make format    (Ruff)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3547872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make typecheck (mypy)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83480" y="3744468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make quality   (Radon)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83480" y="3941064"/>
            <a:ext cx="3566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make test      (pytest)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Pipeline: make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automated validation layers — all triggered by a single command, all visible to the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1207008"/>
            <a:ext cx="1591056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207008"/>
            <a:ext cx="1591056" cy="109728"/>
          </a:xfrm>
          <a:prstGeom prst="rect">
            <a:avLst/>
          </a:prstGeom>
          <a:solidFill>
            <a:srgbClr val="E95420"/>
          </a:solidFill>
          <a:ln w="12700">
            <a:solidFill>
              <a:srgbClr val="E954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389888"/>
            <a:ext cx="548640" cy="548640"/>
          </a:xfrm>
          <a:prstGeom prst="ellipse">
            <a:avLst/>
          </a:prstGeom>
          <a:solidFill>
            <a:srgbClr val="E95420"/>
          </a:solidFill>
          <a:ln w="12700">
            <a:solidFill>
              <a:srgbClr val="E954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1752" y="202996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" y="2560320"/>
            <a:ext cx="1097280" cy="292608"/>
          </a:xfrm>
          <a:prstGeom prst="rect">
            <a:avLst/>
          </a:prstGeom>
          <a:solidFill>
            <a:srgbClr val="E95420">
              <a:alpha val="15000"/>
            </a:srgbClr>
          </a:solidFill>
          <a:ln w="12700">
            <a:solidFill>
              <a:srgbClr val="E954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5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2944368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unused imports, style issues, and simple bugs. Enforces import order.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975104" y="1207008"/>
            <a:ext cx="1591056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975104" y="1207008"/>
            <a:ext cx="1591056" cy="109728"/>
          </a:xfrm>
          <a:prstGeom prst="rect">
            <a:avLst/>
          </a:prstGeom>
          <a:solidFill>
            <a:srgbClr val="F09800"/>
          </a:solidFill>
          <a:ln w="12700">
            <a:solidFill>
              <a:srgbClr val="F098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96312" y="1389888"/>
            <a:ext cx="548640" cy="548640"/>
          </a:xfrm>
          <a:prstGeom prst="ellipse">
            <a:avLst/>
          </a:prstGeom>
          <a:solidFill>
            <a:srgbClr val="F09800"/>
          </a:solidFill>
          <a:ln w="12700">
            <a:solidFill>
              <a:srgbClr val="F098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96312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48256" y="202996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21992" y="2560320"/>
            <a:ext cx="1097280" cy="292608"/>
          </a:xfrm>
          <a:prstGeom prst="rect">
            <a:avLst/>
          </a:prstGeom>
          <a:solidFill>
            <a:srgbClr val="F09800">
              <a:alpha val="15000"/>
            </a:srgbClr>
          </a:solidFill>
          <a:ln w="12700">
            <a:solidFill>
              <a:srgbClr val="F09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21992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9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66544" y="2944368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consistent code style — line length, quotes, and spacing throughout.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21608" y="1207008"/>
            <a:ext cx="1591056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21608" y="1207008"/>
            <a:ext cx="1591056" cy="109728"/>
          </a:xfrm>
          <a:prstGeom prst="rect">
            <a:avLst/>
          </a:prstGeom>
          <a:solidFill>
            <a:srgbClr val="2B7BB9"/>
          </a:solidFill>
          <a:ln w="12700">
            <a:solidFill>
              <a:srgbClr val="2B7BB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42816" y="1389888"/>
            <a:ext cx="548640" cy="548640"/>
          </a:xfrm>
          <a:prstGeom prst="ellipse">
            <a:avLst/>
          </a:prstGeom>
          <a:solidFill>
            <a:srgbClr val="2B7BB9"/>
          </a:solidFill>
          <a:ln w="12700">
            <a:solidFill>
              <a:srgbClr val="2B7BB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94760" y="202996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968496" y="2560320"/>
            <a:ext cx="1097280" cy="292608"/>
          </a:xfrm>
          <a:prstGeom prst="rect">
            <a:avLst/>
          </a:prstGeom>
          <a:solidFill>
            <a:srgbClr val="2B7BB9">
              <a:alpha val="15000"/>
            </a:srgbClr>
          </a:solidFill>
          <a:ln w="12700">
            <a:solidFill>
              <a:srgbClr val="2B7BB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68496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B7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mypy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13048" y="2944368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type mismatches and missing annotations in all Python source files.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68112" y="1207008"/>
            <a:ext cx="1591056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68112" y="1207008"/>
            <a:ext cx="1591056" cy="109728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89320" y="1389888"/>
            <a:ext cx="548640" cy="54864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541264" y="202996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715000" y="2560320"/>
            <a:ext cx="1097280" cy="292608"/>
          </a:xfrm>
          <a:prstGeom prst="rect">
            <a:avLst/>
          </a:prstGeom>
          <a:solidFill>
            <a:srgbClr val="6F42C1">
              <a:alpha val="15000"/>
            </a:srgbClr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F42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59552" y="2944368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Cyclomatic complexity + maintainability index per function and per file.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214616" y="1207008"/>
            <a:ext cx="1591056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14616" y="1207008"/>
            <a:ext cx="1591056" cy="109728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35824" y="1389888"/>
            <a:ext cx="548640" cy="548640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35824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287768" y="202996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461504" y="2560320"/>
            <a:ext cx="1097280" cy="292608"/>
          </a:xfrm>
          <a:prstGeom prst="rect">
            <a:avLst/>
          </a:prstGeom>
          <a:solidFill>
            <a:srgbClr val="2DC653">
              <a:alpha val="15000"/>
            </a:srgbClr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61504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306056" y="2944368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CRUD, API endpoint, and model validation tests against in-memory SQLite.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E8EB635-39BA-35BF-FD31-BCE2382F14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79" b="8293"/>
          <a:stretch/>
        </p:blipFill>
        <p:spPr>
          <a:xfrm>
            <a:off x="20" y="0"/>
            <a:ext cx="9143980" cy="524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666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6CD89FE-9C76-8953-82C7-4A1F43B65E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937" b="4634"/>
          <a:stretch/>
        </p:blipFill>
        <p:spPr>
          <a:xfrm>
            <a:off x="-1123" y="0"/>
            <a:ext cx="9143980" cy="537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213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Self-Correction Loop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"please check the quality" — Cursor sees failures and fixes them automatically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6032" y="1325880"/>
            <a:ext cx="1581912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325880"/>
            <a:ext cx="73152" cy="3291840"/>
          </a:xfrm>
          <a:prstGeom prst="rect">
            <a:avLst/>
          </a:prstGeom>
          <a:solidFill>
            <a:srgbClr val="2B7BB9"/>
          </a:solidFill>
          <a:ln w="12700">
            <a:solidFill>
              <a:srgbClr val="2B7BB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2668" y="1490472"/>
            <a:ext cx="548640" cy="548640"/>
          </a:xfrm>
          <a:prstGeom prst="ellipse">
            <a:avLst/>
          </a:prstGeom>
          <a:solidFill>
            <a:srgbClr val="2B7BB9"/>
          </a:solidFill>
          <a:ln w="12700">
            <a:solidFill>
              <a:srgbClr val="2B7BB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2668" y="1490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2130552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715768"/>
            <a:ext cx="1399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generates a new feature or logic from your prompt.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56232" y="277063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3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993392" y="1325880"/>
            <a:ext cx="1581912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993392" y="1325880"/>
            <a:ext cx="73152" cy="3291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0028" y="1490472"/>
            <a:ext cx="548640" cy="5486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0028" y="1490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121408" y="2130552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make check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715768"/>
            <a:ext cx="1399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tells Cursor to run the full pipeline automatically.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93592" y="277063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3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30752" y="1325880"/>
            <a:ext cx="1581912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30752" y="1325880"/>
            <a:ext cx="73152" cy="3291840"/>
          </a:xfrm>
          <a:prstGeom prst="rect">
            <a:avLst/>
          </a:prstGeom>
          <a:solidFill>
            <a:srgbClr val="F09800"/>
          </a:solidFill>
          <a:ln w="12700">
            <a:solidFill>
              <a:srgbClr val="F098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47388" y="1490472"/>
            <a:ext cx="548640" cy="548640"/>
          </a:xfrm>
          <a:prstGeom prst="ellipse">
            <a:avLst/>
          </a:prstGeom>
          <a:solidFill>
            <a:srgbClr val="F09800"/>
          </a:solidFill>
          <a:ln w="12700">
            <a:solidFill>
              <a:srgbClr val="F09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47388" y="1490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58768" y="2130552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0" y="2715768"/>
            <a:ext cx="1399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errors, type failures, broken tests appear in context.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30952" y="277063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3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468112" y="1325880"/>
            <a:ext cx="1581912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68112" y="1325880"/>
            <a:ext cx="73152" cy="3291840"/>
          </a:xfrm>
          <a:prstGeom prst="rect">
            <a:avLst/>
          </a:prstGeom>
          <a:solidFill>
            <a:srgbClr val="E95420"/>
          </a:solidFill>
          <a:ln w="12700">
            <a:solidFill>
              <a:srgbClr val="E954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4748" y="1490472"/>
            <a:ext cx="548640" cy="548640"/>
          </a:xfrm>
          <a:prstGeom prst="ellipse">
            <a:avLst/>
          </a:prstGeom>
          <a:solidFill>
            <a:srgbClr val="E95420"/>
          </a:solidFill>
          <a:ln w="12700">
            <a:solidFill>
              <a:srgbClr val="E954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4748" y="1490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596128" y="2130552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77840" y="2715768"/>
            <a:ext cx="1399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traces back: "Did I break something in my changes?"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68312" y="277063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3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7205472" y="1325880"/>
            <a:ext cx="1581912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5472" y="1325880"/>
            <a:ext cx="73152" cy="3291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2108" y="1490472"/>
            <a:ext cx="548640" cy="548640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22108" y="1490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33488" y="2130552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&amp; Commit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0" y="2715768"/>
            <a:ext cx="1399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turns green. Only then does Cursor commit code.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as a City: Visualizing Complexity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 codebase actually look like?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38988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cities map your entire codebase into a 3D landscape. Every building is a module or function — and its height represents complexity.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386584"/>
            <a:ext cx="256032" cy="45720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8658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buildings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6243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focused functions — easy to test and change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99816"/>
            <a:ext cx="256032" cy="457200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0998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buildings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complexity — needs refactoring attention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813048"/>
            <a:ext cx="256032" cy="45720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130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Skyscrapers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050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Warning: unmaintainable, high bug risk, tech debt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480560"/>
            <a:ext cx="3840480" cy="438912"/>
          </a:xfrm>
          <a:prstGeom prst="rect">
            <a:avLst/>
          </a:prstGeom>
          <a:solidFill>
            <a:srgbClr val="0095B3">
              <a:alpha val="2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44805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make check catches skyscrapers before they're committed</a:t>
            </a:r>
            <a:endParaRPr lang="en-US" sz="1200" dirty="0"/>
          </a:p>
        </p:txBody>
      </p:sp>
      <p:pic>
        <p:nvPicPr>
          <p:cNvPr id="17" name="Image 0" descr="/sessions/confident-sleepy-bohr/softwar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749808"/>
            <a:ext cx="4370832" cy="382219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407408" y="4645152"/>
            <a:ext cx="4370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44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Seerene Software Map — each building = a module, height = cyclomatic complexity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Scales to Larger Projects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74320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7432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698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20040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quality-gated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60120" y="2240280"/>
            <a:ext cx="1463040" cy="36576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6829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Standards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98648"/>
            <a:ext cx="2468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session enforces the same lint, type, complexity, and test rules. Quality is determined by your pipeline — not by how well you phrased your prompt.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64408" y="868680"/>
            <a:ext cx="274320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64408" y="868680"/>
            <a:ext cx="2743200" cy="109728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10698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64408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QA prompts needed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04488" y="2240280"/>
            <a:ext cx="1463040" cy="36576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236829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Code Generation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01568" y="2898648"/>
            <a:ext cx="2468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Cursor knows tests will run, it writes code that passes them. The agent is incentivised to generate cleaner, well-typed, modular code from the start.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08776" y="868680"/>
            <a:ext cx="274320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08776" y="868680"/>
            <a:ext cx="2743200" cy="109728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08776" y="10698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208776" y="1856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layers enforced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48856" y="2240280"/>
            <a:ext cx="1463040" cy="36576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236829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Codebases Stay Clean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45936" y="2898648"/>
            <a:ext cx="2468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checks (Radon) catch functions growing too large. With CI-style discipline enforced by the agent, even big projects remain maintainable over time.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Started: cursor-quality-tricks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743200" cy="4069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Install &amp;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46888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463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repo root: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76072" y="18470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6072" y="22311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requirements-dev.txt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76072" y="26151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run.py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6072" y="338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-&gt; http://127.0.0.1:8100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Library API starts with sample data seeded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64408" y="822960"/>
            <a:ext cx="2743200" cy="4069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64408" y="822960"/>
            <a:ext cx="2743200" cy="4572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01568" y="822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Run the Pipeline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01568" y="1371600"/>
            <a:ext cx="246888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1463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repo root: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520440" y="18470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check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20440" y="22311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20440" y="26151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individual steps: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20440" y="29992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lint  |  make test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20440" y="338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typecheck  |  make format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01568" y="413308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passes green on the first run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08776" y="822960"/>
            <a:ext cx="2743200" cy="4069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08776" y="822960"/>
            <a:ext cx="2743200" cy="457200"/>
          </a:xfrm>
          <a:prstGeom prst="rect">
            <a:avLst/>
          </a:prstGeom>
          <a:solidFill>
            <a:srgbClr val="0095B3"/>
          </a:solidFill>
          <a:ln w="12700">
            <a:solidFill>
              <a:srgbClr val="0095B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45936" y="822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Teach Cursor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45936" y="1371600"/>
            <a:ext cx="246888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4808" y="1463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AGENTS.md already configured: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64808" y="18470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64808" y="22311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 run make check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64808" y="26151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before committing.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64808" y="29992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 NOT commit if it fails."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64808" y="338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45936" y="413308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Cursor to AGENTS.md — it self-enforces quality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833</Words>
  <Application>Microsoft Macintosh PowerPoint</Application>
  <PresentationFormat>Bildschirmpräsentation (16:9)</PresentationFormat>
  <Paragraphs>136</Paragraphs>
  <Slides>11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Code Quality with Cursor</dc:title>
  <dc:subject>PptxGenJS Presentation</dc:subject>
  <dc:creator>PptxGenJS</dc:creator>
  <cp:lastModifiedBy>Johannes Hötter</cp:lastModifiedBy>
  <cp:revision>3</cp:revision>
  <dcterms:created xsi:type="dcterms:W3CDTF">2026-03-17T10:09:28Z</dcterms:created>
  <dcterms:modified xsi:type="dcterms:W3CDTF">2026-03-20T08:46:12Z</dcterms:modified>
</cp:coreProperties>
</file>